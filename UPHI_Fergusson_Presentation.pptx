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UPHI - Unified Patient Health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Main Project M.Sc CS</a:t>
            </a:r>
          </a:p>
          <a:p>
            <a:r>
              <a:t>Fergusson College</a:t>
            </a:r>
          </a:p>
          <a:p/>
          <a:p>
            <a:r>
              <a:t>Himanshu Tokekar (256230)</a:t>
            </a:r>
          </a:p>
          <a:p>
            <a:r>
              <a:t>Mayuresh Thorat (256215)</a:t>
            </a:r>
          </a:p>
          <a:p>
            <a:r>
              <a:t>Irfan Shaikh (256212)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» Healthcare data is heavily fragmented.</a:t>
            </a:r>
          </a:p>
          <a:p>
            <a:r>
              <a:t>» Lack of unified patient history during emergencies.</a:t>
            </a:r>
          </a:p>
          <a:p>
            <a:r>
              <a:t>» Inefficient manual onboarding &amp; identity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UPHI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» Centralized health registry connecting entities.</a:t>
            </a:r>
          </a:p>
          <a:p>
            <a:r>
              <a:t>» Universal Health ID (Verifiable PDF &amp; QR).</a:t>
            </a:r>
          </a:p>
          <a:p>
            <a:r>
              <a:t>» Real-time longitudinal data merging.</a:t>
            </a:r>
          </a:p>
          <a:p>
            <a:r>
              <a:t>» End-to-end Consent Management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» Frontend: Vite + React JS + Tailwind CSS</a:t>
            </a:r>
          </a:p>
          <a:p>
            <a:r>
              <a:t>» Backend: Spring Boot (Java)</a:t>
            </a:r>
          </a:p>
          <a:p>
            <a:r>
              <a:t>» Database: MongoDB</a:t>
            </a:r>
          </a:p>
          <a:p>
            <a:r>
              <a:t>» AI/LLM: Google Gemini (Predictive Risk &amp; Snapshots)</a:t>
            </a:r>
          </a:p>
          <a:p>
            <a:r>
              <a:t>» Security: Stateless JWT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Live: Hospital Dashboard</a:t>
            </a:r>
          </a:p>
        </p:txBody>
      </p:sp>
      <p:pic>
        <p:nvPicPr>
          <p:cNvPr id="3" name="Picture 2" descr="hospital_dashboard_fastwell_17756849983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Live: Patients List</a:t>
            </a:r>
          </a:p>
        </p:txBody>
      </p:sp>
      <p:pic>
        <p:nvPicPr>
          <p:cNvPr id="3" name="Picture 2" descr="hospital_patients_list_fastwell_1775685032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Live: Patient Profile View</a:t>
            </a:r>
          </a:p>
        </p:txBody>
      </p:sp>
      <p:pic>
        <p:nvPicPr>
          <p:cNvPr id="3" name="Picture 2" descr="patient_profile_fastwell_1775685084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Hood: Security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latin typeface="Consolas"/>
              </a:defRPr>
            </a:pPr>
            <a:r>
              <a:t>@Bean</a:t>
            </a:r>
            <a:br/>
            <a:r>
              <a:t>public SecurityFilterChain securityFilterChain(HttpSecurity http) throws Exception {</a:t>
            </a:r>
            <a:br/>
            <a:r>
              <a:t>    http.cors(cors -&gt; cors.configurationSource(corsConfigurationSource()))</a:t>
            </a:r>
            <a:br/>
            <a:r>
              <a:t>        .csrf(AbstractHttpConfigurer::disable)</a:t>
            </a:r>
            <a:br/>
            <a:r>
              <a:t>        .authorizeHttpRequests(auth -&gt; auth</a:t>
            </a:r>
            <a:br/>
            <a:r>
              <a:t>            .requestMatchers("/api/auth/**").permitAll()</a:t>
            </a:r>
            <a:br/>
            <a:r>
              <a:t>            .requestMatchers("/api/hospitals/*/id-card").permitAll()</a:t>
            </a:r>
            <a:br/>
            <a:r>
              <a:t>            .anyRequest().authenticated())</a:t>
            </a:r>
            <a:br/>
            <a:r>
              <a:t>        .sessionManagement(s -&gt; s.sessionCreationPolicy(SessionCreationPolicy.STATELESS))</a:t>
            </a:r>
            <a:br/>
            <a:r>
              <a:t>        .addFilterBefore(jwtAuthFilter, UsernamePasswordAuthenticationFilter.class);</a:t>
            </a:r>
            <a:br/>
            <a:r>
              <a:t>    return http.build();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» Integration with the real-world ABDM/ABHA networks.</a:t>
            </a:r>
          </a:p>
          <a:p>
            <a:r>
              <a:t>» Expanding AI capabilities for radiology diagnostics natively.</a:t>
            </a:r>
          </a:p>
          <a:p>
            <a:r>
              <a:t>» Dedicated mobile application (React Native) for bedside tracking.</a:t>
            </a:r>
          </a:p>
          <a:p>
            <a:r>
              <a:t>» Integration of wearable device data (Apple Health).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